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c961cb48714e03" /><Relationship Type="http://schemas.openxmlformats.org/officeDocument/2006/relationships/extended-properties" Target="/docProps/app.xml" Id="R3c2efe6d6cb74222" /><Relationship Type="http://schemas.openxmlformats.org/officeDocument/2006/relationships/officeDocument" Target="/ppt/presentation.xml" Id="Ra1704e02e9c74b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84a53d0ced422d"/>
  </p:sldMasterIdLst>
  <p:notesMasterIdLst>
    <p:notesMasterId xmlns:r="http://schemas.openxmlformats.org/officeDocument/2006/relationships" r:id="Rbf71c0070f29465d"/>
  </p:notesMasterIdLst>
  <p:sldIdLst>
    <p:sldId xmlns:r="http://schemas.openxmlformats.org/officeDocument/2006/relationships" id="256" r:id="R56c4f9b620124e5c"/>
    <p:sldId xmlns:r="http://schemas.openxmlformats.org/officeDocument/2006/relationships" id="257" r:id="R1eb9736ae3734bfa"/>
    <p:sldId xmlns:r="http://schemas.openxmlformats.org/officeDocument/2006/relationships" id="258" r:id="R4ad0735e9645455c"/>
    <p:sldId xmlns:r="http://schemas.openxmlformats.org/officeDocument/2006/relationships" id="259" r:id="R2879de5a86cf4a90"/>
    <p:sldId xmlns:r="http://schemas.openxmlformats.org/officeDocument/2006/relationships" id="260" r:id="Raf0fb07fc9d24871"/>
    <p:sldId xmlns:r="http://schemas.openxmlformats.org/officeDocument/2006/relationships" id="261" r:id="Rd7f7b07820b1426a"/>
    <p:sldId xmlns:r="http://schemas.openxmlformats.org/officeDocument/2006/relationships" id="262" r:id="Rbbdefd3b88d049ee"/>
    <p:sldId xmlns:r="http://schemas.openxmlformats.org/officeDocument/2006/relationships" id="263" r:id="R97b976bb27ae450f"/>
    <p:sldId xmlns:r="http://schemas.openxmlformats.org/officeDocument/2006/relationships" id="264" r:id="Rb2fc7fc17b774712"/>
    <p:sldId xmlns:r="http://schemas.openxmlformats.org/officeDocument/2006/relationships" id="265" r:id="R2223ba9c63c04390"/>
    <p:sldId xmlns:r="http://schemas.openxmlformats.org/officeDocument/2006/relationships" id="266" r:id="Ree3bb0ea77424ddc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6158ea6ff144ae" /><Relationship Type="http://schemas.openxmlformats.org/officeDocument/2006/relationships/slideMaster" Target="/ppt/slideMasters/slideMaster1.xml" Id="R7784a53d0ced422d" /><Relationship Type="http://schemas.openxmlformats.org/officeDocument/2006/relationships/notesMaster" Target="/ppt/notesMasters/notesMaster1.xml" Id="Rbf71c0070f29465d" /><Relationship Type="http://schemas.openxmlformats.org/officeDocument/2006/relationships/presProps" Target="/ppt/presProps.xml" Id="Rb58bafe6f91744ef" /><Relationship Type="http://schemas.openxmlformats.org/officeDocument/2006/relationships/tableStyles" Target="/ppt/tableStyles.xml" Id="R90f6cb8a58864955" /><Relationship Type="http://schemas.openxmlformats.org/officeDocument/2006/relationships/slide" Target="/ppt/slides/slide1.xml" Id="R56c4f9b620124e5c" /><Relationship Type="http://schemas.openxmlformats.org/officeDocument/2006/relationships/slide" Target="/ppt/slides/slide2.xml" Id="R1eb9736ae3734bfa" /><Relationship Type="http://schemas.openxmlformats.org/officeDocument/2006/relationships/slide" Target="/ppt/slides/slide3.xml" Id="R4ad0735e9645455c" /><Relationship Type="http://schemas.openxmlformats.org/officeDocument/2006/relationships/slide" Target="/ppt/slides/slide4.xml" Id="R2879de5a86cf4a90" /><Relationship Type="http://schemas.openxmlformats.org/officeDocument/2006/relationships/slide" Target="/ppt/slides/slide5.xml" Id="Raf0fb07fc9d24871" /><Relationship Type="http://schemas.openxmlformats.org/officeDocument/2006/relationships/slide" Target="/ppt/slides/slide6.xml" Id="Rd7f7b07820b1426a" /><Relationship Type="http://schemas.openxmlformats.org/officeDocument/2006/relationships/slide" Target="/ppt/slides/slide7.xml" Id="Rbbdefd3b88d049ee" /><Relationship Type="http://schemas.openxmlformats.org/officeDocument/2006/relationships/slide" Target="/ppt/slides/slide8.xml" Id="R97b976bb27ae450f" /><Relationship Type="http://schemas.openxmlformats.org/officeDocument/2006/relationships/slide" Target="/ppt/slides/slide9.xml" Id="Rb2fc7fc17b774712" /><Relationship Type="http://schemas.openxmlformats.org/officeDocument/2006/relationships/slide" Target="/ppt/slides/slide10.xml" Id="R2223ba9c63c04390" /><Relationship Type="http://schemas.openxmlformats.org/officeDocument/2006/relationships/slide" Target="/ppt/slides/slide11.xml" Id="Ree3bb0ea77424d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a0c15181af45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acd0e0b5ed4918" /><Relationship Type="http://schemas.openxmlformats.org/officeDocument/2006/relationships/notesMaster" Target="/ppt/notesMasters/notesMaster1.xml" Id="R0a1f498dc3714a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d985ae603640da" /><Relationship Type="http://schemas.openxmlformats.org/officeDocument/2006/relationships/notesMaster" Target="/ppt/notesMasters/notesMaster1.xml" Id="R942d79977a214f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2dddbec1e743b8" /><Relationship Type="http://schemas.openxmlformats.org/officeDocument/2006/relationships/notesMaster" Target="/ppt/notesMasters/notesMaster1.xml" Id="Rbe7828eb5ebb46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a747f15ae74254" /><Relationship Type="http://schemas.openxmlformats.org/officeDocument/2006/relationships/notesMaster" Target="/ppt/notesMasters/notesMaster1.xml" Id="Rec51162a564749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2f91ef61c34d94" /><Relationship Type="http://schemas.openxmlformats.org/officeDocument/2006/relationships/notesMaster" Target="/ppt/notesMasters/notesMaster1.xml" Id="R2d6d5029b19846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804982ff544835" /><Relationship Type="http://schemas.openxmlformats.org/officeDocument/2006/relationships/notesMaster" Target="/ppt/notesMasters/notesMaster1.xml" Id="Rf8797a78bca84e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ed0af0339845bf" /><Relationship Type="http://schemas.openxmlformats.org/officeDocument/2006/relationships/notesMaster" Target="/ppt/notesMasters/notesMaster1.xml" Id="R8f547e9670ef4f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b066c8730e43a7" /><Relationship Type="http://schemas.openxmlformats.org/officeDocument/2006/relationships/notesMaster" Target="/ppt/notesMasters/notesMaster1.xml" Id="R3b8ee52227b648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856f47455c47f9" /><Relationship Type="http://schemas.openxmlformats.org/officeDocument/2006/relationships/notesMaster" Target="/ppt/notesMasters/notesMaster1.xml" Id="R4e8cf5640cdd41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bef2f788e44839" /><Relationship Type="http://schemas.openxmlformats.org/officeDocument/2006/relationships/notesMaster" Target="/ppt/notesMasters/notesMaster1.xml" Id="R3a74498dabc14b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f9c15cfdd545fc" /><Relationship Type="http://schemas.openxmlformats.org/officeDocument/2006/relationships/notesMaster" Target="/ppt/notesMasters/notesMaster1.xml" Id="Rbca4d05fa5d14d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Pitch beat 1 - Problem</a:t>
            </a:r>
          </a:p>
          <a:p xmlns:a="http://schemas.openxmlformats.org/drawingml/2006/main">
            <a:r>
              <a:t>The same customer can want speed for familiar tasks and explanation for unfamiliar ones.</a:t>
            </a:r>
          </a:p>
          <a:p xmlns:a="http://schemas.openxmlformats.org/drawingml/2006/main">
            <a:r>
              <a:t>Actual UI screenshot: 01-problem-login.png</a:t>
            </a:r>
          </a:p>
          <a:p xmlns:a="http://schemas.openxmlformats.org/drawingml/2006/main">
            <a:r>
              <a:t>Source: http://localhost:3000/ (25 October 2026). Speaking-flow reference: pitch-notes-adaptive-assist.md.</a:t>
            </a:r>
          </a:p>
          <a:p xmlns:a="http://schemas.openxmlformats.org/drawingml/2006/main">
            <a:r>
              <a:t>Static capture: no live web interaction or animation.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Pitch beat 2 - Customer control</a:t>
            </a:r>
          </a:p>
          <a:p xmlns:a="http://schemas.openxmlformats.org/drawingml/2006/main">
            <a:r>
              <a:t>Support starts with a choice made by the customer.</a:t>
            </a:r>
          </a:p>
          <a:p xmlns:a="http://schemas.openxmlformats.org/drawingml/2006/main">
            <a:r>
              <a:t>Actual UI screenshot: 02-customer-choice.png</a:t>
            </a:r>
          </a:p>
          <a:p xmlns:a="http://schemas.openxmlformats.org/drawingml/2006/main">
            <a:r>
              <a:t>Source: http://localhost:3000/ (25 October 2026). Speaking-flow reference: pitch-notes-adaptive-assist.md.</a:t>
            </a:r>
          </a:p>
          <a:p xmlns:a="http://schemas.openxmlformats.org/drawingml/2006/main">
            <a:r>
              <a:t>Static capture: no live web interaction or animation.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Pitch beat 3 - Preferences</a:t>
            </a:r>
          </a:p>
          <a:p xmlns:a="http://schemas.openxmlformats.org/drawingml/2006/main">
            <a:r>
              <a:t>Readability is chosen by the customer. This capture preserves the saved Default choice.</a:t>
            </a:r>
          </a:p>
          <a:p xmlns:a="http://schemas.openxmlformats.org/drawingml/2006/main">
            <a:r>
              <a:t>Actual UI screenshot: 03a-readability.png</a:t>
            </a:r>
          </a:p>
          <a:p xmlns:a="http://schemas.openxmlformats.org/drawingml/2006/main">
            <a:r>
              <a:t>Source: http://localhost:3000/ (25 October 2026). Speaking-flow reference: pitch-notes-adaptive-assist.md.</a:t>
            </a:r>
          </a:p>
          <a:p xmlns:a="http://schemas.openxmlformats.org/drawingml/2006/main">
            <a:r>
              <a:t>Static capture: no live web interaction or animation.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Pitch beat 3 - Calm Home</a:t>
            </a:r>
          </a:p>
          <a:p xmlns:a="http://schemas.openxmlformats.org/drawingml/2006/main">
            <a:r>
              <a:t>Setup can be postponed. Home shows essentials and the everyday-language entry.</a:t>
            </a:r>
          </a:p>
          <a:p xmlns:a="http://schemas.openxmlformats.org/drawingml/2006/main">
            <a:r>
              <a:t>Actual UI screenshot: 03b-calm-home.png</a:t>
            </a:r>
          </a:p>
          <a:p xmlns:a="http://schemas.openxmlformats.org/drawingml/2006/main">
            <a:r>
              <a:t>Source: http://localhost:3000/ (25 October 2026). Speaking-flow reference: pitch-notes-adaptive-assist.md.</a:t>
            </a:r>
          </a:p>
          <a:p xmlns:a="http://schemas.openxmlformats.org/drawingml/2006/main">
            <a:r>
              <a:t>Static capture: no live web interaction or animation.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Pitch beat 4 - Familiar task</a:t>
            </a:r>
          </a:p>
          <a:p xmlns:a="http://schemas.openxmlformats.org/drawingml/2006/main">
            <a:r>
              <a:t>The request prepares a supported task. It does not send money.</a:t>
            </a:r>
          </a:p>
          <a:p xmlns:a="http://schemas.openxmlformats.org/drawingml/2006/main">
            <a:r>
              <a:t>Actual UI screenshot: 04a-payment-request.png</a:t>
            </a:r>
          </a:p>
          <a:p xmlns:a="http://schemas.openxmlformats.org/drawingml/2006/main">
            <a:r>
              <a:t>Source: http://localhost:3000/ (25 October 2026). Speaking-flow reference: pitch-notes-adaptive-assist.md.</a:t>
            </a:r>
          </a:p>
          <a:p xmlns:a="http://schemas.openxmlformats.org/drawingml/2006/main">
            <a:r>
              <a:t>Static capture: no live web interaction or animation.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Pitch beat 4 - Payment draft</a:t>
            </a:r>
          </a:p>
          <a:p xmlns:a="http://schemas.openxmlformats.org/drawingml/2006/main">
            <a:r>
              <a:t>The recipient and amount are ready for the customer to inspect. The optional related offer was dismissed.</a:t>
            </a:r>
          </a:p>
          <a:p xmlns:a="http://schemas.openxmlformats.org/drawingml/2006/main">
            <a:r>
              <a:t>Actual UI screenshot: 04b-payment-details.png</a:t>
            </a:r>
          </a:p>
          <a:p xmlns:a="http://schemas.openxmlformats.org/drawingml/2006/main">
            <a:r>
              <a:t>Source: http://localhost:3000/ (25 October 2026). Speaking-flow reference: pitch-notes-adaptive-assist.md.</a:t>
            </a:r>
          </a:p>
          <a:p xmlns:a="http://schemas.openxmlformats.org/drawingml/2006/main">
            <a:r>
              <a:t>Static capture: no live web interaction or animation.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Pitch beat 4 - Customer review</a:t>
            </a:r>
          </a:p>
          <a:p xmlns:a="http://schemas.openxmlformats.org/drawingml/2006/main">
            <a:r>
              <a:t>The customer checks recipient, amount and account. No confirmation was made during this capture.</a:t>
            </a:r>
          </a:p>
          <a:p xmlns:a="http://schemas.openxmlformats.org/drawingml/2006/main">
            <a:r>
              <a:t>Actual UI screenshot: 04c-payment-review.png</a:t>
            </a:r>
          </a:p>
          <a:p xmlns:a="http://schemas.openxmlformats.org/drawingml/2006/main">
            <a:r>
              <a:t>Source: http://localhost:3000/ (25 October 2026). Speaking-flow reference: pitch-notes-adaptive-assist.md.</a:t>
            </a:r>
          </a:p>
          <a:p xmlns:a="http://schemas.openxmlformats.org/drawingml/2006/main">
            <a:r>
              <a:t>Static capture: no live web interaction or animation.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Pitch beat 5 - Unfamiliar task</a:t>
            </a:r>
          </a:p>
          <a:p xmlns:a="http://schemas.openxmlformats.org/drawingml/2006/main">
            <a:r>
              <a:t>The same customer can choose guidance for this journey. Overall preferences stay the same.</a:t>
            </a:r>
          </a:p>
          <a:p xmlns:a="http://schemas.openxmlformats.org/drawingml/2006/main">
            <a:r>
              <a:t>Actual UI screenshot: 05a-journey-choice.png</a:t>
            </a:r>
          </a:p>
          <a:p xmlns:a="http://schemas.openxmlformats.org/drawingml/2006/main">
            <a:r>
              <a:t>Source: http://localhost:3000/ (25 October 2026). Speaking-flow reference: pitch-notes-adaptive-assist.md.</a:t>
            </a:r>
          </a:p>
          <a:p xmlns:a="http://schemas.openxmlformats.org/drawingml/2006/main">
            <a:r>
              <a:t>Static capture: no live web interaction or animation.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Pitch beat 5 - Help for this task</a:t>
            </a:r>
          </a:p>
          <a:p xmlns:a="http://schemas.openxmlformats.org/drawingml/2006/main">
            <a:r>
              <a:t>Plain-language process guidance. No product, investment amount or allocation is selected.</a:t>
            </a:r>
          </a:p>
          <a:p xmlns:a="http://schemas.openxmlformats.org/drawingml/2006/main">
            <a:r>
              <a:t>Actual UI screenshot: 05b-guided-terms.png</a:t>
            </a:r>
          </a:p>
          <a:p xmlns:a="http://schemas.openxmlformats.org/drawingml/2006/main">
            <a:r>
              <a:t>Source: http://localhost:3000/ (25 October 2026). Speaking-flow reference: pitch-notes-adaptive-assist.md.</a:t>
            </a:r>
          </a:p>
          <a:p xmlns:a="http://schemas.openxmlformats.org/drawingml/2006/main">
            <a:r>
              <a:t>Static capture: no live web interaction or animation.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Pitch beat 6 - Contribution and validation</a:t>
            </a:r>
          </a:p>
          <a:p xmlns:a="http://schemas.openxmlformats.org/drawingml/2006/main">
            <a:r>
              <a:t>Visual context only: no validation page exists. Improved understanding and efficiency remain hypotheses. Propose testing completion, errors, comprehension and perceived control.</a:t>
            </a:r>
          </a:p>
          <a:p xmlns:a="http://schemas.openxmlformats.org/drawingml/2006/main">
            <a:r>
              <a:t>Actual UI screenshot: 06-validation-context.png</a:t>
            </a:r>
          </a:p>
          <a:p xmlns:a="http://schemas.openxmlformats.org/drawingml/2006/main">
            <a:r>
              <a:t>Source: http://localhost:3000/ (25 October 2026). Speaking-flow reference: pitch-notes-adaptive-assist.md.</a:t>
            </a:r>
          </a:p>
          <a:p xmlns:a="http://schemas.openxmlformats.org/drawingml/2006/main">
            <a:r>
              <a:t>Static capture: no live web interaction or animation.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Pitch beat 7 - Closing</a:t>
            </a:r>
          </a:p>
          <a:p xmlns:a="http://schemas.openxmlformats.org/drawingml/2006/main">
            <a:r>
              <a:t>Adapt support to the task while leaving the decision with the customer.</a:t>
            </a:r>
          </a:p>
          <a:p xmlns:a="http://schemas.openxmlformats.org/drawingml/2006/main">
            <a:r>
              <a:t>Actual UI screenshot: 07-customer-control.png</a:t>
            </a:r>
          </a:p>
          <a:p xmlns:a="http://schemas.openxmlformats.org/drawingml/2006/main">
            <a:r>
              <a:t>Source: http://localhost:3000/ (25 October 2026). Speaking-flow reference: pitch-notes-adaptive-assist.md.</a:t>
            </a:r>
          </a:p>
          <a:p xmlns:a="http://schemas.openxmlformats.org/drawingml/2006/main">
            <a:r>
              <a:t>Static capture: no live web interaction or animation.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97fe08b751460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db6bae1627485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e627c185154f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8c9778885d4d4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2141cdf1034e6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364f4c0a5c44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949551-AAD1-461C-9B12-753EDA1DDA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662F9F3-1D14-44F6-9AEB-BA44956A112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4C26EED-B5F6-49AD-9AE4-A94A8E2A49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8564EA-7D9F-4C68-803E-F70FE3E686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FA5B1B3-1B58-4034-85B4-69E8FAB2D1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6B56374-F450-440B-98A2-DE3D6E6D80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4BD34C-812D-4ABA-BC1B-9F9B2934C6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0B865B7-5D76-40F7-A7CF-DD4F090BAC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CB4042-E5A5-4CBD-8CBD-060EB5AFC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D5515F-0880-44FF-A44C-6E7693976A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05f513605d47e4" /><Relationship Type="http://schemas.openxmlformats.org/officeDocument/2006/relationships/slideLayout" Target="/ppt/slideLayouts/slideLayout1.xml" Id="Rcbb49e34d08a486c" /><Relationship Type="http://schemas.openxmlformats.org/officeDocument/2006/relationships/slideLayout" Target="/ppt/slideLayouts/slideLayout2.xml" Id="R2c36ebc5e2684c0a" /><Relationship Type="http://schemas.openxmlformats.org/officeDocument/2006/relationships/slideLayout" Target="/ppt/slideLayouts/slideLayout3.xml" Id="R7fb20608904445d8" /><Relationship Type="http://schemas.openxmlformats.org/officeDocument/2006/relationships/slideLayout" Target="/ppt/slideLayouts/slideLayout4.xml" Id="Rae91998cdb704f8e" /><Relationship Type="http://schemas.openxmlformats.org/officeDocument/2006/relationships/slideLayout" Target="/ppt/slideLayouts/slideLayout5.xml" Id="R96543d8647574049" /><Relationship Type="http://schemas.openxmlformats.org/officeDocument/2006/relationships/slideLayout" Target="/ppt/slideLayouts/slideLayout6.xml" Id="Rcdd16d159da941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b49e34d08a486c"/>
    <p:sldLayoutId xmlns:r="http://schemas.openxmlformats.org/officeDocument/2006/relationships" id="2147483650" r:id="R2c36ebc5e2684c0a"/>
    <p:sldLayoutId xmlns:r="http://schemas.openxmlformats.org/officeDocument/2006/relationships" id="2147483651" r:id="R7fb20608904445d8"/>
    <p:sldLayoutId xmlns:r="http://schemas.openxmlformats.org/officeDocument/2006/relationships" id="2147483652" r:id="Rae91998cdb704f8e"/>
    <p:sldLayoutId xmlns:r="http://schemas.openxmlformats.org/officeDocument/2006/relationships" id="2147483653" r:id="R96543d8647574049"/>
    <p:sldLayoutId xmlns:r="http://schemas.openxmlformats.org/officeDocument/2006/relationships" id="2147483654" r:id="Rcdd16d159da941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01eb6e5e1d402c" /><Relationship Type="http://schemas.openxmlformats.org/officeDocument/2006/relationships/image" Target="/ppt/media/image.jpeg" Id="R1bccbb6f8bb64687" /><Relationship Type="http://schemas.openxmlformats.org/officeDocument/2006/relationships/notesSlide" Target="/ppt/notesSlides/notesSlide1.xml" Id="R350542a1496545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d6f24ebe2343a5" /><Relationship Type="http://schemas.openxmlformats.org/officeDocument/2006/relationships/image" Target="/ppt/media/image2.jpeg" Id="R1c0fcd0150f544ca" /><Relationship Type="http://schemas.openxmlformats.org/officeDocument/2006/relationships/notesSlide" Target="/ppt/notesSlides/notesSlide2.xml" Id="R2f1ec833590647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a32c0664614171" /><Relationship Type="http://schemas.openxmlformats.org/officeDocument/2006/relationships/image" Target="/ppt/media/image3.jpeg" Id="R62f0be5129fd497c" /><Relationship Type="http://schemas.openxmlformats.org/officeDocument/2006/relationships/notesSlide" Target="/ppt/notesSlides/notesSlide3.xml" Id="R66ef29fb26b14a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4ae7adc0ab4dfe" /><Relationship Type="http://schemas.openxmlformats.org/officeDocument/2006/relationships/image" Target="/ppt/media/image4.jpeg" Id="R5f63d20a4b4b43fd" /><Relationship Type="http://schemas.openxmlformats.org/officeDocument/2006/relationships/notesSlide" Target="/ppt/notesSlides/notesSlide4.xml" Id="Rb07df54b9b5b4d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a1fbe419e544b5" /><Relationship Type="http://schemas.openxmlformats.org/officeDocument/2006/relationships/image" Target="/ppt/media/image5.jpeg" Id="Rd2ffc97efadd4eea" /><Relationship Type="http://schemas.openxmlformats.org/officeDocument/2006/relationships/notesSlide" Target="/ppt/notesSlides/notesSlide5.xml" Id="R002794f02a2d4d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8fb42b05a44d52" /><Relationship Type="http://schemas.openxmlformats.org/officeDocument/2006/relationships/image" Target="/ppt/media/image6.jpeg" Id="R62eabe34d39a4713" /><Relationship Type="http://schemas.openxmlformats.org/officeDocument/2006/relationships/notesSlide" Target="/ppt/notesSlides/notesSlide6.xml" Id="Rfdd9ef26cea442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9c1baf29454eda" /><Relationship Type="http://schemas.openxmlformats.org/officeDocument/2006/relationships/image" Target="/ppt/media/image7.jpeg" Id="R15608618aa854226" /><Relationship Type="http://schemas.openxmlformats.org/officeDocument/2006/relationships/notesSlide" Target="/ppt/notesSlides/notesSlide7.xml" Id="R0e6aa22bead841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4e7c302e8548c9" /><Relationship Type="http://schemas.openxmlformats.org/officeDocument/2006/relationships/image" Target="/ppt/media/image8.jpeg" Id="Rfdbecf0d70324c55" /><Relationship Type="http://schemas.openxmlformats.org/officeDocument/2006/relationships/notesSlide" Target="/ppt/notesSlides/notesSlide8.xml" Id="R12b4ba86190e43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56b933081f444a" /><Relationship Type="http://schemas.openxmlformats.org/officeDocument/2006/relationships/image" Target="/ppt/media/image9.jpeg" Id="Rdb78dd35d3d44c1a" /><Relationship Type="http://schemas.openxmlformats.org/officeDocument/2006/relationships/notesSlide" Target="/ppt/notesSlides/notesSlide9.xml" Id="Rf4cdcf2078e246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38b43f4d6b42c5" /><Relationship Type="http://schemas.openxmlformats.org/officeDocument/2006/relationships/image" Target="/ppt/media/image10.jpeg" Id="Rd303a317cd7940ac" /><Relationship Type="http://schemas.openxmlformats.org/officeDocument/2006/relationships/notesSlide" Target="/ppt/notesSlides/notesSlide10.xml" Id="Re29d7b13d30b4eb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d7bc602821439c" /><Relationship Type="http://schemas.openxmlformats.org/officeDocument/2006/relationships/image" Target="/ppt/media/image11.jpeg" Id="R871fbba076e64af2" /><Relationship Type="http://schemas.openxmlformats.org/officeDocument/2006/relationships/notesSlide" Target="/ppt/notesSlides/notesSlide11.xml" Id="Rce161867b1ac405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7DFF7-0D9B-411D-A5DF-62D4D45810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ccbb6f8bb64687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1081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E17FC-7771-4B70-B93A-E311B26D45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fcd0150f544ca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8774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4CFE8-D2AA-45BF-9507-25FBEDA75A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f0be5129fd497c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34926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8856B-7AEF-405D-9654-C765213251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3d20a4b4b43fd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6826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D8E58-857C-4D1B-B9DB-9831E51E7B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ffc97efadd4eea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4071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11539-4536-4039-BC6A-EDE143A024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abe34d39a4713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3197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8F6FF-AC09-4094-992B-63E01C1DF4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608618aa854226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98163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4225F-9E1C-48D1-A1EF-4581BAE688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ecf0d70324c55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3970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C3230-49F6-4E80-B285-60C6544466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78dd35d3d44c1a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5443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5CD25-FA13-4177-8106-E43A7C4219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03a317cd7940ac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2361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8DF74-B842-47BC-A21A-7C558B072C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fbba076e64af2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7221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2026-10-25T08:14:11.7250000Z</dcterms:created>
  <dcterms:modified xsi:type="dcterms:W3CDTF">2026-10-25T08:14:11.7250000Z</dcterms:modified>
</coreProperties>
</file>